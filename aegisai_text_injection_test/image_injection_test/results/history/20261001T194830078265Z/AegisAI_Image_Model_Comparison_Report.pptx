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6839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technique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technique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6839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6839 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2026-10-01T19:34:39Z</dcterms:created>
  <dcterms:modified xsi:type="dcterms:W3CDTF">2026-10-01T19:34:39Z</dcterms:modified>
</cp:coreProperties>
</file>